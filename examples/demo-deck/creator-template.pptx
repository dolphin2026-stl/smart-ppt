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ontent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7" name="body-2"/>
          <p:cNvSpPr/>
          <p:nvPr>
            <p:ph type="body" idx="2"/>
          </p:nvPr>
        </p:nvSpPr>
        <p:spPr>
          <a:xfrm>
            <a:off x="612648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-column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7" name="body-2"/>
          <p:cNvSpPr/>
          <p:nvPr>
            <p:ph type="body" idx="2"/>
          </p:nvPr>
        </p:nvSpPr>
        <p:spPr>
          <a:xfrm>
            <a:off x="443484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8" name="body-3"/>
          <p:cNvSpPr/>
          <p:nvPr>
            <p:ph type="body" idx="3"/>
          </p:nvPr>
        </p:nvSpPr>
        <p:spPr>
          <a:xfrm>
            <a:off x="7955279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art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2011680"/>
            <a:ext cx="310896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7" name="picture-2"/>
          <p:cNvSpPr/>
          <p:nvPr>
            <p:ph type="pic" idx="2"/>
          </p:nvPr>
        </p:nvSpPr>
        <p:spPr>
          <a:xfrm>
            <a:off x="4572000" y="2011680"/>
            <a:ext cx="60350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ing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