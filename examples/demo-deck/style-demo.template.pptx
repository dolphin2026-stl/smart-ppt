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4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383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099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914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18288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0" y="27432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36576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45720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5486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-0"/>
          <p:cNvSpPr/>
          <p:nvPr>
            <p:ph type="title" idx="0"/>
          </p:nvPr>
        </p:nvSpPr>
        <p:spPr>
          <a:xfrm>
            <a:off x="914400" y="1828800"/>
            <a:ext cx="6949440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4400" b="1">
                <a:solidFill>
                  <a:srgbClr val="EEF6FF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4" name="body-1"/>
          <p:cNvSpPr/>
          <p:nvPr>
            <p:ph type="body" idx="1"/>
          </p:nvPr>
        </p:nvSpPr>
        <p:spPr>
          <a:xfrm>
            <a:off x="914400" y="3657600"/>
            <a:ext cx="676656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2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4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383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099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914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18288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0" y="27432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36576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45720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5486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EEF6FF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4" name="body-1"/>
          <p:cNvSpPr/>
          <p:nvPr>
            <p:ph type="body" idx="1"/>
          </p:nvPr>
        </p:nvSpPr>
        <p:spPr>
          <a:xfrm>
            <a:off x="914400" y="2011680"/>
            <a:ext cx="969264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ontent"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4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383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099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914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18288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0" y="27432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36576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45720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5486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EEF6FF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4" name="body-1"/>
          <p:cNvSpPr/>
          <p:nvPr>
            <p:ph type="body" idx="1"/>
          </p:nvPr>
        </p:nvSpPr>
        <p:spPr>
          <a:xfrm>
            <a:off x="914400" y="2011680"/>
            <a:ext cx="969264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umn"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4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383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099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914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18288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0" y="27432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36576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45720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5486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EEF6FF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4" name="body-1"/>
          <p:cNvSpPr/>
          <p:nvPr>
            <p:ph type="body" idx="1"/>
          </p:nvPr>
        </p:nvSpPr>
        <p:spPr>
          <a:xfrm>
            <a:off x="914400" y="2011680"/>
            <a:ext cx="45720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15" name="body-2"/>
          <p:cNvSpPr/>
          <p:nvPr>
            <p:ph type="body" idx="2"/>
          </p:nvPr>
        </p:nvSpPr>
        <p:spPr>
          <a:xfrm>
            <a:off x="6126480" y="2011680"/>
            <a:ext cx="45720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-column"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4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383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099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914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18288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0" y="27432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36576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45720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5486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EEF6FF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4" name="body-1"/>
          <p:cNvSpPr/>
          <p:nvPr>
            <p:ph type="body" idx="1"/>
          </p:nvPr>
        </p:nvSpPr>
        <p:spPr>
          <a:xfrm>
            <a:off x="914400" y="2011680"/>
            <a:ext cx="29718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15" name="body-2"/>
          <p:cNvSpPr/>
          <p:nvPr>
            <p:ph type="body" idx="2"/>
          </p:nvPr>
        </p:nvSpPr>
        <p:spPr>
          <a:xfrm>
            <a:off x="4434840" y="2011680"/>
            <a:ext cx="29718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16" name="body-3"/>
          <p:cNvSpPr/>
          <p:nvPr>
            <p:ph type="body" idx="3"/>
          </p:nvPr>
        </p:nvSpPr>
        <p:spPr>
          <a:xfrm>
            <a:off x="7955279" y="2011680"/>
            <a:ext cx="297180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art"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4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383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099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914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18288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0" y="27432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36576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45720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5486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-0"/>
          <p:cNvSpPr/>
          <p:nvPr>
            <p:ph type="title" idx="0"/>
          </p:nvPr>
        </p:nvSpPr>
        <p:spPr>
          <a:xfrm>
            <a:off x="914400" y="731520"/>
            <a:ext cx="9692640" cy="8229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3200" b="1">
                <a:solidFill>
                  <a:srgbClr val="EEF6FF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4" name="body-1"/>
          <p:cNvSpPr/>
          <p:nvPr>
            <p:ph type="body" idx="1"/>
          </p:nvPr>
        </p:nvSpPr>
        <p:spPr>
          <a:xfrm>
            <a:off x="914400" y="2011680"/>
            <a:ext cx="310896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15" name="picture-2"/>
          <p:cNvSpPr/>
          <p:nvPr>
            <p:ph type="pic" idx="2"/>
          </p:nvPr>
        </p:nvSpPr>
        <p:spPr>
          <a:xfrm>
            <a:off x="4572000" y="2011680"/>
            <a:ext cx="6035040" cy="37490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4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ing">
    <p:bg>
      <p:bgPr>
        <a:solidFill>
          <a:srgbClr val="08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73152" cy="5806440"/>
          </a:xfrm>
          <a:prstGeom prst="rect">
            <a:avLst/>
          </a:prstGeom>
          <a:solidFill>
            <a:srgbClr val="44DD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0525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383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4241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09960" y="457200"/>
            <a:ext cx="10972" cy="5943600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0" y="914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0" y="18288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0" y="27432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0" y="36576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0" y="45720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5486400"/>
            <a:ext cx="2971800" cy="10972"/>
          </a:xfrm>
          <a:prstGeom prst="rect">
            <a:avLst/>
          </a:prstGeom>
          <a:solidFill>
            <a:srgbClr val="153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tle-0"/>
          <p:cNvSpPr/>
          <p:nvPr>
            <p:ph type="title" idx="0"/>
          </p:nvPr>
        </p:nvSpPr>
        <p:spPr>
          <a:xfrm>
            <a:off x="914400" y="1828800"/>
            <a:ext cx="6949440" cy="13716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4400" b="1">
                <a:solidFill>
                  <a:srgbClr val="EEF6FF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4" name="body-1"/>
          <p:cNvSpPr/>
          <p:nvPr>
            <p:ph type="body" idx="1"/>
          </p:nvPr>
        </p:nvSpPr>
        <p:spPr>
          <a:xfrm>
            <a:off x="914400" y="3657600"/>
            <a:ext cx="676656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>
              <a:buNone/>
              <a:defRPr sz="2200" b="0">
                <a:solidFill>
                  <a:srgbClr val="EEF6FF"/>
                </a:solidFill>
                <a:latin typeface="Aptos"/>
                <a:ea typeface="Aptos"/>
                <a:cs typeface="Aptos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