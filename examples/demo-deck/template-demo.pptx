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2"/>
          <p:cNvSpPr/>
          <p:nvPr>
            <p:ph type="body" idx="2"/>
          </p:nvPr>
        </p:nvSpPr>
        <p:spPr>
          <a:xfrm>
            <a:off x="612648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-column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2"/>
          <p:cNvSpPr/>
          <p:nvPr>
            <p:ph type="body" idx="2"/>
          </p:nvPr>
        </p:nvSpPr>
        <p:spPr>
          <a:xfrm>
            <a:off x="443484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7" name="body-3"/>
          <p:cNvSpPr/>
          <p:nvPr>
            <p:ph type="body" idx="3"/>
          </p:nvPr>
        </p:nvSpPr>
        <p:spPr>
          <a:xfrm>
            <a:off x="7955279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art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2011680"/>
            <a:ext cx="310896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picture-2"/>
          <p:cNvSpPr/>
          <p:nvPr>
            <p:ph type="pic" idx="2"/>
          </p:nvPr>
        </p:nvSpPr>
        <p:spPr>
          <a:xfrm>
            <a:off x="4572000" y="2011680"/>
            <a:ext cx="60350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815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43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</a:p>
        </p:txBody>
      </p:sp>
      <p:sp>
        <p:nvSpPr>
          <p:cNvPr id="5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44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  <a:r>
              <a:t>研究与表达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学术汇报示例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32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  <a:r>
              <a:t>方法与验证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清晰说明问题与方法</a:t>
            </a:r>
          </a:p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每页表达一个主要结论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保留数据来源与单位</a:t>
            </a:r>
          </a:p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用证据支持研究结论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4400" b="1">
                <a:solidFill>
                  <a:srgbClr val="302538"/>
                </a:solidFill>
                <a:latin typeface="Georgia"/>
                <a:ea typeface="Georgia"/>
                <a:cs typeface="Georgia"/>
              </a:defRPr>
            </a:pPr>
            <a:r>
              <a:t>谢谢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欢迎交流与讨论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