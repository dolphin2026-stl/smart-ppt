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6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  <a:r>
              <a:t>研究与表达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学术汇报示例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  <a:r>
              <a:t>方法与验证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清晰说明问题与方法</a:t>
            </a:r>
          </a:p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每页表达一个主要结论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保留数据来源与单位</a:t>
            </a:r>
          </a:p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用证据支持研究结论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  <a:r>
              <a:t>谢谢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  <a:r>
              <a:t>欢迎交流与讨论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