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body-2"/>
          <p:cNvSpPr/>
          <p:nvPr>
            <p:ph type="body" idx="2"/>
          </p:nvPr>
        </p:nvSpPr>
        <p:spPr>
          <a:xfrm>
            <a:off x="612648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-column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body-2"/>
          <p:cNvSpPr/>
          <p:nvPr>
            <p:ph type="body" idx="2"/>
          </p:nvPr>
        </p:nvSpPr>
        <p:spPr>
          <a:xfrm>
            <a:off x="443484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8" name="body-3"/>
          <p:cNvSpPr/>
          <p:nvPr>
            <p:ph type="body" idx="3"/>
          </p:nvPr>
        </p:nvSpPr>
        <p:spPr>
          <a:xfrm>
            <a:off x="7955279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art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2011680"/>
            <a:ext cx="310896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7" name="picture-2"/>
          <p:cNvSpPr/>
          <p:nvPr>
            <p:ph type="pic" idx="2"/>
          </p:nvPr>
        </p:nvSpPr>
        <p:spPr>
          <a:xfrm>
            <a:off x="4572000" y="2011680"/>
            <a:ext cx="60350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22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309360"/>
            <a:ext cx="11064240" cy="109728"/>
          </a:xfrm>
          <a:prstGeom prst="rect">
            <a:avLst/>
          </a:prstGeom>
          <a:solidFill>
            <a:srgbClr val="362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960120" cy="384048"/>
          </a:xfrm>
          <a:prstGeom prst="rect">
            <a:avLst/>
          </a:prstGeom>
        </p:spPr>
      </p:pic>
      <p:sp>
        <p:nvSpPr>
          <p:cNvPr id="5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6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44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研究与表达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学术汇报示例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32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方法与验证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清晰说明问题与方法</a:t>
            </a:r>
          </a:p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每页表达一个主要结论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保留数据来源与单位</a:t>
            </a:r>
          </a:p>
          <a:p>
            <a:pPr algn="l">
              <a:buNone/>
              <a:defRPr sz="24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用证据支持研究结论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  <a:defRPr sz="4400" b="1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谢谢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200" b="0">
                <a:solidFill>
                  <a:srgbClr val="302538"/>
                </a:solidFill>
                <a:latin typeface="Microsoft YaHei"/>
                <a:ea typeface="Microsoft YaHei"/>
                <a:cs typeface="Microsoft YaHei"/>
              </a:defRPr>
            </a:pPr>
            <a:r>
              <a:t>欢迎交流与讨论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